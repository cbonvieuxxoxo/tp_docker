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ce premier TP, on a créé deux microservices Python qui communiquent par une API REST.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service Clients gère les informations des clients, comme leur nom et leur pays. Le service Commandes gère les achats, avec le produit, le montant et l’identifiant du client.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L’objectif est que Commandes puisse interroger Clients pour retourner une commande avec les informations de la personne associée.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 ensuite déployé ces deux services dans des conteneurs reliés par un réseau Docker.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6705bc56fa685152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h6705bc56fa685152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 permet de préparer un environnement contenant l’application et les bibliothèques nécessaires à son fonctionnement.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faut distinguer trois éléments : le Dockerfile est la recette de construction, l’image est le modèle obtenu, et le conteneur est une instance de cette image en cours d’exécution.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notre projet, chaque microservice possède sa propre image et son propre conteneur.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Cela permet d’exécuter les services séparément, sans utiliser les bibliothèques installées dans l’environnement Python de notre ordinateur.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h6705bc56fa685152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6705bc56fa685152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h6705bc56fa685152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créer les API, on a utilisé Flask, une bibliothèque Python qui permet de définir des routes HTTP.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Chaque service propose deux routes : une pour récupérer toute la liste, et une pour récupérer un élément à partir de son identifiant.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 exemple, GET /clients/1 retourne les informations du clients 1, par exemple Alice. GET /commandes/1 retourne la commande numéro 1 avec son client, c’est à dire Alice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réponses sont envoyées au format JSON. Pour ce TP, les données sont simplement stockées dans des listes Python, sans base de données.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h6705bc56fa685152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h6705bc56fa685152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h6705bc56fa685152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Voici ce qui se passe lorsqu’un utilisateur demande la commande numéro 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Commandes recherche d’abord cette commande et récupère son client_id, qui vaut 1. Il utilise ensuite la bibliothèque Requests pour appeler GET /clients/1.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 retourne les informations d’Alice, puis Commandes les ajoute au produit et au montant pour construire la réponse finale.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Cette communication est synchrone : Commandes attend la réponse de Clients avant de répondre à l’utilisateur. Un timeout évite une attente indéfinie si Clients ne répond plus.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h6705bc56fa685152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6705bc56fa685152_0_1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h6705bc56fa685152_0_1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fois les programmes testés localement, nous avons construit les images Docker à partir des Dockerfile.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Dockerfile part d’une image Python, définit le dossier de travail, installe les dépendances de requirements.txt, puis copie le code de l’application.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indique également la commande à exécuter au démarrage du conteneur.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docker build, nous avons créé une image pour Clients et une pour Commandes. Les deux applications écoutent sur le port 8080 à l’intérieur de leurs conteneurs respectifs.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h6705bc56fa685152_0_1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705bc56fa685152_0_1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h6705bc56fa685152_0_1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 a </a:t>
            </a:r>
            <a:r>
              <a:rPr lang="en-US"/>
              <a:t>créé un réseau commun appelé reseau-microservices, puis lancé les conteneurs avec docker run.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L’option -d les lance en arrière-plan. L’option -p relie un port de Windows à un port du conteneur : Clients est accessible sur le port windows 8080 et Commandes sur  le port windows 8081, même si les deux utilisent le port du conteneur 8080 à l’intérieur.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Sur ce réseau, Commandes appelle Clients à l’adresse clients:8080, fournie par la variable CLIENTS_URL.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C’est important : dans un conteneur, localhost désigne ce conteneur lui-même, pas l’autre service.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h6705bc56fa685152_0_1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6705bc56fa685152_0_10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h6705bc56fa685152_0_10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vérifier le déploiement, nous utilisons docker ps ou Docker Desktop afin de voir les conteneurs actifs et leurs ports.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testons ensuite GET /commandes/1 avec curl. La réponse contient le PC, son montant de 1 200 et les informations d’Alice.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Cela montre que Commandes a récupéré les données de Clients pour enrichir sa réponse.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Enfin, docker logs clients permet de retrouver la requête GET /clients/1 reçue par le service. On vérifie donc à la fois le démarrage des conteneurs et leur communication.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h6705bc56fa685152_0_10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6705bc56fa685152_0_1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h6705bc56fa685152_0_1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avons également prévu les erreurs : une ressource inexistante retourne 404, et un service Clients inaccessible entraîne une réponse 503.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tester l’indisponibilité, nous arrêtons Clients puis demandons à nouveau une commande. Commandes reste actif, mais retourne une erreur explicite au lieu de la commande enrichie.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projet garde quelques limites : les données sont en mémoire et nous utilisons le serveur de développement Flask.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Surtout, cette route dépend de la disponibilité de Clients. Cette limite introduit le TP2, où nous passons à une communication asynchrone avec Kafka.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h6705bc56fa685152_0_1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6705bc56fa685152_0_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h6705bc56fa685152_0_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le TP 1, on utilisait une communication synchrone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 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service commandes appelait directement clients.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problème, c'est que si clients était en panne, tout plantait.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C'est l'équivalent d'un appel téléphonique : si la personne ne décroche pas, la communication échoue.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le TP 2, on passe à une architecture asynchrone avec Apache Kafka.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Ici, Kafka agit comme une boîte aux lettres : commandes y dépose un message et passe à autre chose sans attendre. Les deux services sont désormais complètement indépendants, c'est ce qu'on appelle un couplage lâche ou faible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h6705bc56fa685152_0_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Voici l'architecture générale que nous avons mise en place.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Tous nos conteneurs sont isolés au sein d'un même réseau Docker appelé reseau-kafka.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service commandes joue le rôle de producteur : quand un utilisateur passe une commande en POST sur le port 8081, il publie un message.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message atterrit dans un canal Kafka qu'on appelle un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ici nommé commandes-creees.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son côté, le service clients joue le rôle de consommateur : il écoute ce topic en continu, lit les messages au fur et à mesure, et met à jour ses données, que l'on peut consulter via le port 8080.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L'élément central qui circule entre nos deux services, c'est cet événement JSON. un petit message JSON qui raconte « il s'est passé quelque chose » : dans notre cas ça va être « une commande a été créée ».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Dès qu'une commande est créée,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commandes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génère cet objet et l'envoie dans le topic.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topic 'commandes-creees'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 le canal sur lequel ce message est publié. Le nom est important : producteur et consommateur doivent utiliser exactement le même.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le système, cet événement signifie simplement :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commande vient d'avoir lieu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Le producteur ne donne aucun ordre à clients, il diffuse simplement un fait. »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l'infrastructure, nous avons déployé Kafka via un fichier docker-compose.yml.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utilise l'image officielle apache/kafka:latest configurée en mode KRaft, ce qui évite d'avoir à gérer un conteneur supplémentaire.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commande docker compose up -d télécharge l'image, crée le réseau et lance le conteneur en arrière-plan.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docker ps, on s'assure que Kafka a bien le statut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que son port 9092 est bien ouvert pour recevoir les connexions.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61" name="Google Shape;1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qu'on a changé dans commandes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Côté code, nous avons installé la bibliothèque kafka-python-ng et créé une route POST /commandes.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producteur Kafka se connecte au broker.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Grâce au paramètre value_serializer, chaque dictionnaire Python est automatiquement transformé en texte JSON puis en octets.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Dès qu'un panier arrive, on enregistre la commande, on l'expédie avec send() et on force l'envoi immédiat avec flush().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Puis on reconstruit l'image et on relance le conteneur sur reseau-kafka (docker rm -f commandes, docker build, docker run --network reseau-kafka) : sinon il tourne encore avec l'ancien code.</a:t>
            </a:r>
            <a:endParaRPr/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 doit maintenant ÉCOUTER le topic.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clients, la principale difficulté technique était que la boucle de lecture des messages Kafka est bloquante. (elle attend indéfiniment de nouveaux messages).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on la mettait dans le programme principal, le serveur Flask ne démarrerait jamais.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: on la met dans un THREAD séparé. Le thread écoute Kafka en arrière-plan, pendant que Flask répond aux requêtes HTTP sur le port 8080.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chaque message : on lit client_id et montant, puis on additionne dans le dictionnaire totaux_clients (= nombre/total par client en mémoire).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auto_offset_reset='earliest' : si le consommateur n'a jamais rien lu, il commence au tout début du topic (on réutilise ça à l'étape suivante).</a:t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Démonstration : 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envoie une commande avec PowerShell (Invoke-RestMethod, méthode POST) au port 8081 : client 1 achète un Livre à 30 €. commandes répond 'Commande créée et événement publié' avec l'id 5.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Ensuite on interroge clients (port 8080) sur /clients/1/total et on retrouve bien le montant. Pourtant clients n'a JAMAIS reçu d'appel direct de commandes : tout est passé par Kafka. C'est ça le couplage faible.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Enfin, la force de ce modèle asynchrone se voit quand un service tombe.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Lors du test, nous avons arrêté le conteneur clients, puis envoyé la commande du PC à 1 200 €. 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Côté commandes, aucune erreur : le message a été stocké de façon persistante dans Kafka.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 nous avons redémarré clients, son thread a relu le topic depuis le début grâce à earliest et a immédiatement rattrapé le total à 1 200 € sans perte de données.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le TP 1 en REST, cette même situation aurait immédiatement provoqué un échec critique. 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TP 1 : Communication entre microservices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457200" y="1211625"/>
            <a:ext cx="723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Objectif : créer deux microservices Python et les faire communiquer par une API REST avec l’aide de Docker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457200" y="2587350"/>
            <a:ext cx="862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Clients gère les informations des clients : identifiant, nom et pays.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Commandes gère les achats : produit, montant et identifiant du client.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Commandes interroge Clients pour retourner une commande avec les informations du client associé.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Déploiement : deux conteneurs reliés par un réseau Docker.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ocker, image et conteneur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457200" y="1063100"/>
            <a:ext cx="7883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Docker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est un outil qui facilite la création, le déploiement et l'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exécution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d'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applications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à l'aide de conteneurs. Ces conteneurs permettent d'empaqueter une 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application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avec les parties nécessaires telles que des </a:t>
            </a:r>
            <a:r>
              <a:rPr b="1"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bibliothèques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et des dépendances, et de la déployer en tant que package unique.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Dockerfile : fichier décrivant la construction de l’image.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Image Docker : modèle contenant tout le nécessaire pour exécuter le service.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Conteneur : instance de cette image en cours d’exécution.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500" y="2810250"/>
            <a:ext cx="3907401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500" y="3035175"/>
            <a:ext cx="4162426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500" y="3491650"/>
            <a:ext cx="6660046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500" y="3687274"/>
            <a:ext cx="6660050" cy="24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500" y="4135925"/>
            <a:ext cx="9048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2500" y="4345475"/>
            <a:ext cx="8174301" cy="4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Création des API avec Flask (microservices)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57200" y="1188720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457200" y="118872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 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846320" y="1188720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4846320" y="118872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548640" y="1920240"/>
            <a:ext cx="3657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GET /clients → retourne tous les clients.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 GET /clients/&lt;id&gt; → retourne un client précis.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937760" y="1920240"/>
            <a:ext cx="3657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 GET /commandes → retourne toutes les commandes.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 GET /commandes/&lt;id&gt; → retourne une commande avec son client.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Communication REST : Commandes appelle Clients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65760" y="1097280"/>
            <a:ext cx="8412600" cy="2743200"/>
          </a:xfrm>
          <a:prstGeom prst="roundRect">
            <a:avLst>
              <a:gd fmla="val 3333" name="adj"/>
            </a:avLst>
          </a:prstGeom>
          <a:solidFill>
            <a:srgbClr val="E4E9F0"/>
          </a:solidFill>
          <a:ln cap="flat" cmpd="sng" w="12700">
            <a:solidFill>
              <a:srgbClr val="B8C2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502920" y="119771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200">
                <a:solidFill>
                  <a:srgbClr val="5A6475"/>
                </a:solidFill>
                <a:latin typeface="Calibri"/>
                <a:ea typeface="Calibri"/>
                <a:cs typeface="Calibri"/>
                <a:sym typeface="Calibri"/>
              </a:rPr>
              <a:t>L’utilisateur demande GET /commandes/1.</a:t>
            </a:r>
            <a:endParaRPr i="1" sz="1200">
              <a:solidFill>
                <a:srgbClr val="5A64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5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A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40080" y="1828800"/>
            <a:ext cx="1920300" cy="1097400"/>
          </a:xfrm>
          <a:prstGeom prst="roundRect">
            <a:avLst>
              <a:gd fmla="val 8333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 txBox="1"/>
          <p:nvPr/>
        </p:nvSpPr>
        <p:spPr>
          <a:xfrm>
            <a:off x="640080" y="1930419"/>
            <a:ext cx="192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Commandes recherche la commande numéro 1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3566160" y="1828800"/>
            <a:ext cx="1920300" cy="1097400"/>
          </a:xfrm>
          <a:prstGeom prst="roundRect">
            <a:avLst>
              <a:gd fmla="val 8333" name="adj"/>
            </a:avLst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 txBox="1"/>
          <p:nvPr/>
        </p:nvSpPr>
        <p:spPr>
          <a:xfrm>
            <a:off x="3373403" y="1906969"/>
            <a:ext cx="2238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récupère son client_id, qui vaut 1.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appelle GET /clients/1 avec Requests.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492240" y="1828800"/>
            <a:ext cx="1920300" cy="1097400"/>
          </a:xfrm>
          <a:prstGeom prst="roundRect">
            <a:avLst>
              <a:gd fmla="val 8333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 txBox="1"/>
          <p:nvPr/>
        </p:nvSpPr>
        <p:spPr>
          <a:xfrm>
            <a:off x="6371951" y="2024228"/>
            <a:ext cx="216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 retourne les informations et Commandes assemble le produit, le montant et les informations du client.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6"/>
          <p:cNvCxnSpPr/>
          <p:nvPr/>
        </p:nvCxnSpPr>
        <p:spPr>
          <a:xfrm>
            <a:off x="2560320" y="2377440"/>
            <a:ext cx="1005900" cy="0"/>
          </a:xfrm>
          <a:prstGeom prst="straightConnector1">
            <a:avLst/>
          </a:prstGeom>
          <a:noFill/>
          <a:ln cap="flat" cmpd="sng" w="3810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" name="Google Shape;59;p6"/>
          <p:cNvCxnSpPr/>
          <p:nvPr/>
        </p:nvCxnSpPr>
        <p:spPr>
          <a:xfrm>
            <a:off x="5486400" y="2377440"/>
            <a:ext cx="1005900" cy="0"/>
          </a:xfrm>
          <a:prstGeom prst="straightConnector1">
            <a:avLst/>
          </a:prstGeom>
          <a:noFill/>
          <a:ln cap="flat" cmpd="sng" w="3810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" name="Google Shape;60;p6"/>
          <p:cNvSpPr txBox="1"/>
          <p:nvPr/>
        </p:nvSpPr>
        <p:spPr>
          <a:xfrm>
            <a:off x="365760" y="4286771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Communication synchrone :</a:t>
            </a:r>
            <a:endParaRPr sz="15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Commandes attend la réponse de Clients avant de répondre à l’utilisateur.</a:t>
            </a:r>
            <a:endParaRPr sz="15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Construction des images Docker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57200" y="1097280"/>
            <a:ext cx="4755000" cy="35661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594360" y="1188720"/>
            <a:ext cx="44805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577840" y="1188720"/>
            <a:ext cx="3108900" cy="548700"/>
          </a:xfrm>
          <a:prstGeom prst="roundRect">
            <a:avLst>
              <a:gd fmla="val 16667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5577840" y="1282522"/>
            <a:ext cx="3108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Dockerfile prépare l’environnement de chaque microservice :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5577840" y="2486598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None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Utiliser Python 3.x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None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Définir /app comme dossier de travail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None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Installer les dépendances de requirements.tx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• Copier le code et définir la commande de démarrage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88" y="1326249"/>
            <a:ext cx="4251076" cy="28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Réseau Docker et lancement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457200" y="1097280"/>
            <a:ext cx="5120700" cy="3383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/>
        </p:nvSpPr>
        <p:spPr>
          <a:xfrm>
            <a:off x="594360" y="1188720"/>
            <a:ext cx="4846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docker network create reseau-microservices</a:t>
            </a:r>
            <a:endParaRPr sz="11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docker run -d --name clients --network reseau-microservices -p 8080:8080 microservice-clients</a:t>
            </a:r>
            <a:endParaRPr sz="11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docker run -d --name commandes --network reseau-microservices -p 8081:8080 -e CLIENTS_URL=http://clients:8080 microservice-commandes</a:t>
            </a:r>
            <a:endParaRPr sz="11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5852160" y="1188720"/>
            <a:ext cx="29262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Un réseau commun permet aux conteneurs de communiquer par leur nom.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Réseau : reseau-microservices.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Clients : port 8080 de Windows → port 8080 du conteneur.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Commandes : port 8081 de Windows → port 8080 du conteneur.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Adresse utilisée par Commandes : http://clients:8080.</a:t>
            </a:r>
            <a:endParaRPr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Vérification du fonctionnement </a:t>
            </a: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457200" y="954214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"/>
          <p:cNvSpPr txBox="1"/>
          <p:nvPr/>
        </p:nvSpPr>
        <p:spPr>
          <a:xfrm>
            <a:off x="457200" y="954214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 de commandes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4846320" y="954214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"/>
          <p:cNvSpPr txBox="1"/>
          <p:nvPr/>
        </p:nvSpPr>
        <p:spPr>
          <a:xfrm>
            <a:off x="4846320" y="954214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 de réponse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457190" y="1514946"/>
            <a:ext cx="3657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docker ps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curl.exe -i http://localhost:8081/commandes/1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docker logs clients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4937700" y="1514938"/>
            <a:ext cx="3749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"id": 1,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"produit": "PC",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"montant": 1200,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"client": {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 "id": 1,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 "nom": "Alice",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 "pays": "France"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00" y="4309850"/>
            <a:ext cx="8651550" cy="7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/>
        </p:nvSpPr>
        <p:spPr>
          <a:xfrm>
            <a:off x="109450" y="3906725"/>
            <a:ext cx="522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Les deux conteneurs sont démarrés dans Docker Desktop.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Gestion des erreurs et bilan </a:t>
            </a: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457200" y="1188720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457200" y="118872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d’indisponibilité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4846320" y="1188720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 txBox="1"/>
          <p:nvPr/>
        </p:nvSpPr>
        <p:spPr>
          <a:xfrm>
            <a:off x="4846320" y="118872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Limites du projet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4937760" y="1920240"/>
            <a:ext cx="3657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Données stockées uniquement en mémoire.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Utilisation du serveur de développement Flask.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La réponse enrichie dépend de la disponibilité de Clients. </a:t>
            </a:r>
            <a:endParaRPr sz="1600">
              <a:solidFill>
                <a:srgbClr val="1F2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63100"/>
            <a:ext cx="36195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312613"/>
            <a:ext cx="361950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Du TP 1 au TP 2 : pourquoi Kafka 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457200" y="1188720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457200" y="118872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 1 – REST (synchrone)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4846320" y="1188720"/>
            <a:ext cx="3840600" cy="548700"/>
          </a:xfrm>
          <a:prstGeom prst="roundRect">
            <a:avLst>
              <a:gd fmla="val 16667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 txBox="1"/>
          <p:nvPr/>
        </p:nvSpPr>
        <p:spPr>
          <a:xfrm>
            <a:off x="4846320" y="1188720"/>
            <a:ext cx="3840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 2 – Kafka (asynchrone)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548640" y="1920240"/>
            <a:ext cx="3657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commandes appelle clients directement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commandes attend la réponse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Si clients est éteint → erreur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Services dépendants l'un de l'autre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4937760" y="1920240"/>
            <a:ext cx="3657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commandes publie un événement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commandes n'attend personne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Si clients est éteint → le message attend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Services indépendants (couplage faible)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F28C28"/>
                </a:solidFill>
                <a:latin typeface="Calibri"/>
                <a:ea typeface="Calibri"/>
                <a:cs typeface="Calibri"/>
                <a:sym typeface="Calibri"/>
              </a:rPr>
              <a:t> REST = un appel téléphonique · Kafka = une boîte aux lettres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Architecture globale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365760" y="1097280"/>
            <a:ext cx="8412480" cy="2743200"/>
          </a:xfrm>
          <a:prstGeom prst="roundRect">
            <a:avLst>
              <a:gd fmla="val 3333" name="adj"/>
            </a:avLst>
          </a:prstGeom>
          <a:solidFill>
            <a:srgbClr val="E4E9F0"/>
          </a:solidFill>
          <a:ln cap="flat" cmpd="sng" w="12700">
            <a:solidFill>
              <a:srgbClr val="B8C2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 txBox="1"/>
          <p:nvPr/>
        </p:nvSpPr>
        <p:spPr>
          <a:xfrm>
            <a:off x="502920" y="1143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475"/>
                </a:solidFill>
                <a:latin typeface="Calibri"/>
                <a:ea typeface="Calibri"/>
                <a:cs typeface="Calibri"/>
                <a:sym typeface="Calibri"/>
              </a:rPr>
              <a:t>Réseau Docker : reseau-kafka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640080" y="1828800"/>
            <a:ext cx="1920240" cy="1097280"/>
          </a:xfrm>
          <a:prstGeom prst="roundRect">
            <a:avLst>
              <a:gd fmla="val 8333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640080" y="182880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(Flask)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PRODUCTEUR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3566160" y="1828800"/>
            <a:ext cx="1920240" cy="1097280"/>
          </a:xfrm>
          <a:prstGeom prst="roundRect">
            <a:avLst>
              <a:gd fmla="val 8333" name="adj"/>
            </a:avLst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3566160" y="182880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Kafka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topic 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commandes-creees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6492240" y="1828800"/>
            <a:ext cx="1920240" cy="1097280"/>
          </a:xfrm>
          <a:prstGeom prst="roundRect">
            <a:avLst>
              <a:gd fmla="val 8333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"/>
          <p:cNvSpPr txBox="1"/>
          <p:nvPr/>
        </p:nvSpPr>
        <p:spPr>
          <a:xfrm>
            <a:off x="6492240" y="182880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(Flask)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CONSOMMATEUR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2"/>
          <p:cNvCxnSpPr/>
          <p:nvPr/>
        </p:nvCxnSpPr>
        <p:spPr>
          <a:xfrm>
            <a:off x="2560320" y="2377440"/>
            <a:ext cx="1005840" cy="0"/>
          </a:xfrm>
          <a:prstGeom prst="straightConnector1">
            <a:avLst/>
          </a:prstGeom>
          <a:noFill/>
          <a:ln cap="flat" cmpd="sng" w="3810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12"/>
          <p:cNvCxnSpPr/>
          <p:nvPr/>
        </p:nvCxnSpPr>
        <p:spPr>
          <a:xfrm>
            <a:off x="5486400" y="2377440"/>
            <a:ext cx="1005840" cy="0"/>
          </a:xfrm>
          <a:prstGeom prst="straightConnector1">
            <a:avLst/>
          </a:prstGeom>
          <a:noFill/>
          <a:ln cap="flat" cmpd="sng" w="3810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12"/>
          <p:cNvSpPr txBox="1"/>
          <p:nvPr/>
        </p:nvSpPr>
        <p:spPr>
          <a:xfrm>
            <a:off x="2560320" y="20116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A6475"/>
                </a:solidFill>
                <a:latin typeface="Calibri"/>
                <a:ea typeface="Calibri"/>
                <a:cs typeface="Calibri"/>
                <a:sym typeface="Calibri"/>
              </a:rPr>
              <a:t>publie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5486400" y="20116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A6475"/>
                </a:solidFill>
                <a:latin typeface="Calibri"/>
                <a:ea typeface="Calibri"/>
                <a:cs typeface="Calibri"/>
                <a:sym typeface="Calibri"/>
              </a:rPr>
              <a:t>lit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Utilisateur → POST /commandes (port 8081)   ·   GET /clients/&lt;id&gt;/total (port 8080)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L'événement : le message échangé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457200" y="1188720"/>
            <a:ext cx="4389120" cy="2377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594360" y="1280160"/>
            <a:ext cx="4114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800"/>
              <a:buFont typeface="Consolas"/>
              <a:buNone/>
            </a:pPr>
            <a:r>
              <a:rPr lang="en-US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800"/>
              <a:buFont typeface="Consolas"/>
              <a:buNone/>
            </a:pPr>
            <a:r>
              <a:rPr lang="en-US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"commande_id": 10,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800"/>
              <a:buFont typeface="Consolas"/>
              <a:buNone/>
            </a:pPr>
            <a:r>
              <a:rPr lang="en-US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"client_id": 2,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800"/>
              <a:buFont typeface="Consolas"/>
              <a:buNone/>
            </a:pPr>
            <a:r>
              <a:rPr lang="en-US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"produit": "PC",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800"/>
              <a:buFont typeface="Consolas"/>
              <a:buNone/>
            </a:pPr>
            <a:r>
              <a:rPr lang="en-US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"montant": 1200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800"/>
              <a:buFont typeface="Consolas"/>
              <a:buNone/>
            </a:pPr>
            <a:r>
              <a:rPr lang="en-US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5212080" y="1280160"/>
            <a:ext cx="35661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Publié par commandes à chaque nouvelle commande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Envoyé dans le topic commandes-creees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Lu ensuite par clients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F8E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E9F8E"/>
                </a:solidFill>
                <a:latin typeface="Calibri"/>
                <a:ea typeface="Calibri"/>
                <a:cs typeface="Calibri"/>
                <a:sym typeface="Calibri"/>
              </a:rPr>
              <a:t>Un événement = « une commande vient d'être créée »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Étape 1 – Lancer Kafka avec Docker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457200" y="1097280"/>
            <a:ext cx="4754880" cy="35661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594360" y="1188720"/>
            <a:ext cx="44805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services: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kafka: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image: apache/kafka:latest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container_name: kafka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ports: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- "9092:9092"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environment: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KAFKA_NODE_ID: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KAFKA_PROCESS_ROLES: broker,controller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KAFKA_ADVERTISED_LISTENERS: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PLAINTEXT://kafka:9092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... (config 1 seul nœud)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networks: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- reseau-kafka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networks: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reseau-kafka: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name: reseau-kafka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5577840" y="1188720"/>
            <a:ext cx="3108960" cy="548640"/>
          </a:xfrm>
          <a:prstGeom prst="roundRect">
            <a:avLst>
              <a:gd fmla="val 16667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5577840" y="11887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compose up -d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5577840" y="17830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Télécharge l'image, crée le réseau, démarre Kafka en arrière-plan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577840" y="2743200"/>
            <a:ext cx="3108960" cy="548640"/>
          </a:xfrm>
          <a:prstGeom prst="roundRect">
            <a:avLst>
              <a:gd fmla="val 16667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5577840" y="27432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5577840" y="333756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Vérifie que kafka est « Up » et que le port 9092 est exposé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Étape 2 – commandes devient producteur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457200" y="1097280"/>
            <a:ext cx="5120640" cy="33832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594360" y="1188720"/>
            <a:ext cx="48463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@app.route('/commandes', methods=['POST'])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def creer_commande():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data = request.get_json()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nouvelle_commande =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"id": len(commandes) + 1,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"client_id": data["client_id"],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"produit": data["produit"],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"montant": data["montant"]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commandes.append(nouvelle_commande)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evenement = { "commande_id": ...,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"client_id": ..., "produit": ...,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"montant": ...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producer.send(TOPIC_NAME, value=evenement)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producer.flush()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5852160" y="1188720"/>
            <a:ext cx="29260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Dépendance : kafka-python-ng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KafkaProducer → broker kafka:9092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value_serializer : dict Python → JSON → octets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Boucle de 10 essais si Kafka démarre lentement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send() puis flush() pour publier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Étape 3 – clients devient consommateur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457200" y="1188720"/>
            <a:ext cx="4937760" cy="210312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594360" y="1280160"/>
            <a:ext cx="4663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# Boucle de lecture infinie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for message in consumer: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evenement = message.value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client_id = evenement.get("client_id")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montant = evenement.get("montant", 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totaux_clients[client_id] = \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totaux_clients.get(client_id, 0) + montant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Thread séparé (threading.Thread) : la boucle Kafka est bloquante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Flask continue de répondre sur le port 8080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totaux_clients : total cumulé par client, en mémoire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Route : GET /clients/&lt;id&gt;/total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457200" y="356616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28C28"/>
                </a:solidFill>
                <a:latin typeface="Calibri"/>
                <a:ea typeface="Calibri"/>
                <a:cs typeface="Calibri"/>
                <a:sym typeface="Calibri"/>
              </a:rPr>
              <a:t>auto_offset_reset='earliest' → lit depuis le début du topic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Test : la communication fonctionne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457200" y="1188720"/>
            <a:ext cx="2377440" cy="1005840"/>
          </a:xfrm>
          <a:prstGeom prst="roundRect">
            <a:avLst>
              <a:gd fmla="val 9091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457200" y="118872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/commandes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1 · Livre · 30 €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3383280" y="1188720"/>
            <a:ext cx="2377440" cy="1005840"/>
          </a:xfrm>
          <a:prstGeom prst="roundRect">
            <a:avLst>
              <a:gd fmla="val 9091" name="adj"/>
            </a:avLst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3383280" y="118872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Kafka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commandes-creees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309360" y="1188720"/>
            <a:ext cx="2377440" cy="1005840"/>
          </a:xfrm>
          <a:prstGeom prst="roundRect">
            <a:avLst>
              <a:gd fmla="val 9091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309360" y="118872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/clients/1/total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total à jour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7"/>
          <p:cNvCxnSpPr/>
          <p:nvPr/>
        </p:nvCxnSpPr>
        <p:spPr>
          <a:xfrm>
            <a:off x="2834640" y="1691640"/>
            <a:ext cx="548640" cy="0"/>
          </a:xfrm>
          <a:prstGeom prst="straightConnector1">
            <a:avLst/>
          </a:prstGeom>
          <a:noFill/>
          <a:ln cap="flat" cmpd="sng" w="3810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5760720" y="1691640"/>
            <a:ext cx="548640" cy="0"/>
          </a:xfrm>
          <a:prstGeom prst="straightConnector1">
            <a:avLst/>
          </a:prstGeom>
          <a:noFill/>
          <a:ln cap="flat" cmpd="sng" w="3810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17"/>
          <p:cNvSpPr/>
          <p:nvPr/>
        </p:nvSpPr>
        <p:spPr>
          <a:xfrm>
            <a:off x="1100695" y="2308861"/>
            <a:ext cx="7110249" cy="12801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1237855" y="2400301"/>
            <a:ext cx="666828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Invoke-RestMethod -Uri http://localhost:8081/commandes -Method Post `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-ContentType "application/json" `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-Body '{"client_id": 1, "produit": "Livre", "montant": 30}'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→ Commande créée et événement publié (id = 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536" y="3816108"/>
            <a:ext cx="7494927" cy="976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Et si clients est arrêté ?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457200" y="1280160"/>
            <a:ext cx="1828800" cy="1188720"/>
          </a:xfrm>
          <a:prstGeom prst="roundRect">
            <a:avLst>
              <a:gd fmla="val 7692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457200" y="12801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Arrêt de clients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>
            <a:off x="2286000" y="1874520"/>
            <a:ext cx="274320" cy="0"/>
          </a:xfrm>
          <a:prstGeom prst="straightConnector1">
            <a:avLst/>
          </a:prstGeom>
          <a:noFill/>
          <a:ln cap="flat" cmpd="sng" w="3175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18"/>
          <p:cNvSpPr/>
          <p:nvPr/>
        </p:nvSpPr>
        <p:spPr>
          <a:xfrm>
            <a:off x="2560320" y="1280160"/>
            <a:ext cx="1828800" cy="1188720"/>
          </a:xfrm>
          <a:prstGeom prst="roundRect">
            <a:avLst>
              <a:gd fmla="val 7692" name="adj"/>
            </a:avLst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2560320" y="12801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Création de commandes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(POST sur commandes)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8"/>
          <p:cNvCxnSpPr/>
          <p:nvPr/>
        </p:nvCxnSpPr>
        <p:spPr>
          <a:xfrm>
            <a:off x="4389120" y="1874520"/>
            <a:ext cx="274320" cy="0"/>
          </a:xfrm>
          <a:prstGeom prst="straightConnector1">
            <a:avLst/>
          </a:prstGeom>
          <a:noFill/>
          <a:ln cap="flat" cmpd="sng" w="3175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18"/>
          <p:cNvSpPr/>
          <p:nvPr/>
        </p:nvSpPr>
        <p:spPr>
          <a:xfrm>
            <a:off x="4663440" y="1280160"/>
            <a:ext cx="1828800" cy="1188720"/>
          </a:xfrm>
          <a:prstGeom prst="roundRect">
            <a:avLst>
              <a:gd fmla="val 7692" name="adj"/>
            </a:avLst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4663440" y="12801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Redémarrage de clients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8"/>
          <p:cNvCxnSpPr/>
          <p:nvPr/>
        </p:nvCxnSpPr>
        <p:spPr>
          <a:xfrm>
            <a:off x="6492240" y="1874520"/>
            <a:ext cx="274320" cy="0"/>
          </a:xfrm>
          <a:prstGeom prst="straightConnector1">
            <a:avLst/>
          </a:prstGeom>
          <a:noFill/>
          <a:ln cap="flat" cmpd="sng" w="31750">
            <a:solidFill>
              <a:srgbClr val="1F2A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18"/>
          <p:cNvSpPr/>
          <p:nvPr/>
        </p:nvSpPr>
        <p:spPr>
          <a:xfrm>
            <a:off x="6766560" y="1280160"/>
            <a:ext cx="1828800" cy="1188720"/>
          </a:xfrm>
          <a:prstGeom prst="roundRect">
            <a:avLst>
              <a:gd fmla="val 7692" name="adj"/>
            </a:avLst>
          </a:prstGeom>
          <a:solidFill>
            <a:srgbClr val="0E9F8E"/>
          </a:solidFill>
          <a:ln cap="flat" cmpd="sng" w="12700">
            <a:solidFill>
              <a:srgbClr val="0E9F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766560" y="12801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clients relit le topic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rien n'est perdu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548640" y="2834640"/>
            <a:ext cx="8046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Les événements restent stockés dans Kafka (journal persistant)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auto_offset_reset='earliest' : lecture depuis le début du topic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Résultat : Total client 2 = 1 200 € retrouvé après redémarrage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≠ TP 1 (REST) : la commande aurait échoué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